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1198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Texts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multi-tradition study reader for Bible, Quran, Hadith &amp; Commentary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5034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Religious Texts Platform?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reader for studying religious texts side-by-side across traditions, translations, and languages.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802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08026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2080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Multi-Column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8973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combination of Bible translations, Quran, Hadith, and commentaries simultaneously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6020" y="1417320"/>
            <a:ext cx="20802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1417320"/>
            <a:ext cx="20802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446020" y="1508760"/>
            <a:ext cx="2080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37460" y="1920240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37460" y="2194560"/>
            <a:ext cx="18973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 in English, Spanish, German, Greek, Hebrew, Arabic and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417320"/>
            <a:ext cx="20802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417320"/>
            <a:ext cx="208026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508760"/>
            <a:ext cx="2080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1920240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194560"/>
            <a:ext cx="18973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links jump to the exact verse in every open translation at once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9420" y="1417320"/>
            <a:ext cx="20802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9420" y="1417320"/>
            <a:ext cx="20802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6789420" y="1508760"/>
            <a:ext cx="2080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80860" y="1920240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Notes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80860" y="2194560"/>
            <a:ext cx="18973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own annotations and comments alongside the texts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reading </a:t>
            </a:r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1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NIV and KJV side by side, while a </a:t>
            </a:r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column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explains the Hebrew. Click a reference — </a:t>
            </a:r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columns jump to that verse instantly.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26517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508760"/>
            <a:ext cx="26517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508760"/>
            <a:ext cx="265176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In the beginning God created the heavens and the earth. ² Now the earth was formless and empty...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In the beginning God created the heaven and the earth. ² And the earth was without form, and void...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Hebrew בְּרֵאשִׁית (bereshit) opens without a definite article, suggesting the absolute beginning. See also John 1:1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— What Has Been Built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NIV 2011 — 30,752 verses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KJV 1611 — 36,820 verses (inc. Apocrypha)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28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ASV 1901 — 31,102 verses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20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World English Bible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313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Douay-Rheims 1899 (Catholic)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Reina Valera 1909 (Spanish)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898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NASB 2020, NBLA — 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191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Quran + Hadith — planned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0" cy="3931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Application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Multi-column reader (33vw per column)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435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Per-column source &amp; display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728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Column sync / unsync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20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Original / Chapters / Verses / Titles modes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313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Translation-independent verse anchors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Continuous scroll (book-level DOM)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898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Commentary cross-reference links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191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User login + personal notes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6863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   ⏳ In progress   📋 Planned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Traditions &amp; Languages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04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80416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280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✝️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621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translations ingested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 · KJV · ASV · WEB · DRA · RVR09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in local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· Spanish · German · Greek · Hebrew · Arabic and more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9920" y="822960"/>
            <a:ext cx="2804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9920" y="822960"/>
            <a:ext cx="28041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169920" y="914400"/>
            <a:ext cx="280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☪️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1360" y="13258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&amp; Hadith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1360" y="1600200"/>
            <a:ext cx="2621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— fawazahmed0/quran-api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Hadith: Sahih al-Bukhari, Sahih Muslim, Sunan Abu Dawud, Tirmidhi, Ibn Majah, Nasai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65520" y="822960"/>
            <a:ext cx="2804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822960"/>
            <a:ext cx="280416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065520" y="914400"/>
            <a:ext cx="280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56960" y="13258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6960" y="1600200"/>
            <a:ext cx="2621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column can show: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Bible commentary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Quran commentary (Tafsir)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Cross-tradition notes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personal notes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320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traditions share the same column model — freely mix and match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8026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0802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16152"/>
            <a:ext cx="1933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19339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 Bible translations ingested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Multi-column reader working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Verse anchors &amp;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modes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6020" y="822960"/>
            <a:ext cx="20802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6020" y="82296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46020" y="1170432"/>
            <a:ext cx="20802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9172" y="1216152"/>
            <a:ext cx="1933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Scroll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9172" y="1554480"/>
            <a:ext cx="19339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Infinite scroll Genesis→Revelation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Book-level DOM window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Chapter selector tracks scroll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Synced columns navigate together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20802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2296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170432"/>
            <a:ext cx="20802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216152"/>
            <a:ext cx="1933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1554480"/>
            <a:ext cx="19339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Commentary links to verses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Highlight verse in all columns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Auto-open column if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Quran verse scheme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89420" y="822960"/>
            <a:ext cx="208026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9420" y="822960"/>
            <a:ext cx="208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89420" y="1170432"/>
            <a:ext cx="20802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2572" y="1216152"/>
            <a:ext cx="1933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62572" y="1554480"/>
            <a:ext cx="19339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login &amp; personal notes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200+ language bulk import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Quran + Hadith ingestion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across all texts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35174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serious study.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2651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tradition. Every translation. Side by side.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6405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Texts Platform  |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Religious Texts Platform — Overview</dc:title>
  <dc:subject>PptxGenJS Presentation</dc:subject>
  <dc:creator>Religious Texts Platform</dc:creator>
  <cp:lastModifiedBy>Religious Texts Platform</cp:lastModifiedBy>
  <cp:revision>1</cp:revision>
  <dcterms:created xsi:type="dcterms:W3CDTF">2026-05-27T13:03:24Z</dcterms:created>
  <dcterms:modified xsi:type="dcterms:W3CDTF">2026-05-27T13:03:24Z</dcterms:modified>
</cp:coreProperties>
</file>