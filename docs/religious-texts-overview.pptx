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12161520" cy="73152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46304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Religious Texts Platform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multi-tradition study reader for Bible, Quran, Hadith &amp; Commentary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46634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12161520" cy="54864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1430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Religious Texts Platform?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web-based reader for studying religious texts side-by-side across traditions, translations, and languages.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274320" y="1691640"/>
            <a:ext cx="26517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50800" dist="25400" dir="2700000">
              <a:srgbClr val="CCCCCC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691640"/>
            <a:ext cx="2651760" cy="54864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📖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411480" y="2286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Multi-Column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11480" y="2606040"/>
            <a:ext cx="23774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any combination of Bible translations, Quran, Hadith, and commentaries simultaneously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063240" y="1691640"/>
            <a:ext cx="26517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50800" dist="25400" dir="2700000">
              <a:srgbClr val="CCCCCC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063240" y="1691640"/>
            <a:ext cx="2651760" cy="54864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3" name="Text 11"/>
          <p:cNvSpPr/>
          <p:nvPr/>
        </p:nvSpPr>
        <p:spPr>
          <a:xfrm>
            <a:off x="306324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🌍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200400" y="2286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Multi-Language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200400" y="2606040"/>
            <a:ext cx="23774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Texts in English, Spanish, German, Greek, Hebrew, Arabic and more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852160" y="1691640"/>
            <a:ext cx="26517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50800" dist="25400" dir="2700000">
              <a:srgbClr val="CCCCCC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852160" y="1691640"/>
            <a:ext cx="2651760" cy="54864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58521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🔗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5989320" y="2286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Cross-Referenced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989320" y="2606040"/>
            <a:ext cx="23774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Commentary links jump to the exact verse in every open translation at once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641080" y="1691640"/>
            <a:ext cx="26517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50800" dist="25400" dir="2700000">
              <a:srgbClr val="CCCCCC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641080" y="1691640"/>
            <a:ext cx="2651760" cy="54864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23" name="Text 21"/>
          <p:cNvSpPr/>
          <p:nvPr/>
        </p:nvSpPr>
        <p:spPr>
          <a:xfrm>
            <a:off x="864108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📝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8778240" y="2286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Notes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778240" y="2606040"/>
            <a:ext cx="23774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your own annotations and comments alongside the texts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12161520" cy="54864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1430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Vision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Imagine reading </a:t>
            </a:r>
            <a:pPr indent="0" marL="0">
              <a:buNone/>
            </a:pPr>
            <a:r>
              <a:rPr lang="en-US" sz="16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Genesis 1</a:t>
            </a:r>
            <a:pPr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 NIV and KJV side by side, while a </a:t>
            </a:r>
            <a:pPr indent="0" marL="0">
              <a:buNone/>
            </a:pPr>
            <a:r>
              <a:rPr lang="en-US" sz="16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commentary column</a:t>
            </a:r>
            <a:pPr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explains the Hebrew. Click a verse reference in the commentary and </a:t>
            </a:r>
            <a:pPr indent="0" marL="0">
              <a:buNone/>
            </a:pPr>
            <a:r>
              <a:rPr lang="en-US" sz="16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Bible columns jump to that verse instantly.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74320" y="2011680"/>
            <a:ext cx="347472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2011680"/>
            <a:ext cx="3474720" cy="365760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2468880"/>
            <a:ext cx="3200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¹ In the beginning God created the heavens and the earth. ² Now the earth was formless and empty, darkness was over the surface of the deep...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023360" y="2011680"/>
            <a:ext cx="347472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0" y="2011680"/>
            <a:ext cx="3474720" cy="365760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KJV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60520" y="2468880"/>
            <a:ext cx="3200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¹ In the beginning God created the heaven and the earth. ² And the earth was without form, and void; and darkness was upon the face of the deep...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0" y="2011680"/>
            <a:ext cx="4114800" cy="2560320"/>
          </a:xfrm>
          <a:prstGeom prst="rect">
            <a:avLst/>
          </a:prstGeom>
          <a:solidFill>
            <a:srgbClr val="FFFFFF"/>
          </a:solidFill>
          <a:ln w="25400">
            <a:solidFill>
              <a:srgbClr val="C9A84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0" y="2011680"/>
            <a:ext cx="4114800" cy="365760"/>
          </a:xfrm>
          <a:prstGeom prst="rect">
            <a:avLst/>
          </a:prstGeom>
          <a:solidFill>
            <a:srgbClr val="C9A84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Commentary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09560" y="2468880"/>
            <a:ext cx="3840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Hebrew בְּרֵאשִׁית (bereshit) opens without a definite article, suggesting the absolute beginning of creation. See also John 1:1 →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0" y="4709160"/>
            <a:ext cx="3017520" cy="320040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Add Column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12161520" cy="54864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1430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— What Has Been Built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&amp; Ingestion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13258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NIV 2011 — 30,752 verses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64592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KJV 1611 — 36,820 verses (inc. Apocrypha)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96596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ASV 1901 — 31,102 verses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22860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World English Bible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260604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Douay-Rheims 1899 (Catholic)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" y="29260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Reina Valera 1909 (Spanish)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324612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⏳  NASB 2020, NBLA — pending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" y="356616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 Quran + Hadith — planned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0760" y="914400"/>
            <a:ext cx="0" cy="347472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9601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Reader Application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309360" y="13258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Multi-column reader (33vw per column)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09360" y="164592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Per-column source &amp; display mode selector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09360" y="196596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Column sync / unsync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09360" y="22860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Original / Chapters / Verses / Titles modes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309360" y="260604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Translation-independent verse anchors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09360" y="29260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⏳  Continuous scroll (book-level)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09360" y="324612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⏳  Commentary cross-reference links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309360" y="356616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 User login + personal notes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65760" y="4480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Complete   ⏳ In progress   📋 Planned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12161520" cy="54864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1430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Supported Traditions &amp; Languages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35661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50800" dist="25400" dir="2700000">
              <a:srgbClr val="CCCCCC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005840"/>
            <a:ext cx="3566160" cy="54864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11430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✝️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11480" y="16002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Bible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920240"/>
            <a:ext cx="329184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translations ingested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 · KJV · ASV · WEB · DRA · RVR09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 translations in local source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English · Spanish · German · Greek · Hebrew · Finnish · Arabic and more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0" y="1005840"/>
            <a:ext cx="35661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50800" dist="25400" dir="2700000">
              <a:srgbClr val="CCCCCC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114800" y="1005840"/>
            <a:ext cx="3566160" cy="54864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2" name="Text 10"/>
          <p:cNvSpPr/>
          <p:nvPr/>
        </p:nvSpPr>
        <p:spPr>
          <a:xfrm>
            <a:off x="4114800" y="11430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☪️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251960" y="16002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Quran &amp; Hadith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51960" y="1920240"/>
            <a:ext cx="329184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 — Quran ingestion via fawazahmed0/quran-api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Hadith: Sahih al-Bukhari, Sahih Muslim, Sunan Abu Dawud, Tirmidhi, Ibn Majah, Nasai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955280" y="1005840"/>
            <a:ext cx="39319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50800" dist="25400" dir="2700000">
              <a:srgbClr val="CCCCCC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955280" y="1005840"/>
            <a:ext cx="3931920" cy="54864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17" name="Text 15"/>
          <p:cNvSpPr/>
          <p:nvPr/>
        </p:nvSpPr>
        <p:spPr>
          <a:xfrm>
            <a:off x="7955280" y="114300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📚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092440" y="16002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Commentaries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092440" y="1920240"/>
            <a:ext cx="365760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column can show: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Bible commentary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Quran commentary (Tafsir)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Cross-tradition comparative notes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User personal notes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4348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traditions share the same column model — freely mix and match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12161520" cy="54864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1430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2743200" cy="41148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9601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1371600"/>
            <a:ext cx="27432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4173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1828800"/>
            <a:ext cx="25603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6 Bible translations ingested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Multi-column reader working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Verse anchors &amp; sync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Display modes (Original/Chapters/Verses/Titles)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0" y="960120"/>
            <a:ext cx="274320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9601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200400" y="1371600"/>
            <a:ext cx="27432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1840" y="14173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Scroll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91840" y="1828800"/>
            <a:ext cx="25603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Infinite scroll Genesis → Revelation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Book-level DOM window (prev/current/next)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Chapter selector tracks scroll position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Synced columns navigate together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26480" y="960120"/>
            <a:ext cx="2743200" cy="4114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9601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Soon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126480" y="1371600"/>
            <a:ext cx="27432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0" y="14173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Cross-References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17920" y="1828800"/>
            <a:ext cx="25603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Commentary links to verses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Highlighted verse in all open columns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Auto-open column if text not visible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Quran verse scheme (surah.ayah)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052560" y="960120"/>
            <a:ext cx="2743200" cy="411480"/>
          </a:xfrm>
          <a:prstGeom prst="rect">
            <a:avLst/>
          </a:prstGeom>
          <a:solidFill>
            <a:srgbClr val="7B1FA2"/>
          </a:solidFill>
          <a:ln w="12700">
            <a:solidFill>
              <a:srgbClr val="7B1FA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52560" y="9601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Later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052560" y="1371600"/>
            <a:ext cx="27432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0" y="14173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1F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Platform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144000" y="1828800"/>
            <a:ext cx="25603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User login &amp; personal notes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200+ language bulk import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Quran + Hadith ingestion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Search across all texts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377440"/>
            <a:ext cx="12161520" cy="73152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serious study.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tradition. Every translation. Side by side.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46634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Religious Texts Platform  |  May 2026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Religious Texts Platform — Overview</dc:title>
  <dc:subject>PptxGenJS Presentation</dc:subject>
  <dc:creator>Religious Texts Platform</dc:creator>
  <cp:lastModifiedBy>Religious Texts Platform</cp:lastModifiedBy>
  <cp:revision>1</cp:revision>
  <dcterms:created xsi:type="dcterms:W3CDTF">2026-05-27T11:25:52Z</dcterms:created>
  <dcterms:modified xsi:type="dcterms:W3CDTF">2026-05-27T11:25:52Z</dcterms:modified>
</cp:coreProperties>
</file>